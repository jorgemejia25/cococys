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243d36a18f4a47" /><Relationship Type="http://schemas.openxmlformats.org/officeDocument/2006/relationships/extended-properties" Target="/docProps/app.xml" Id="R49f4f6e60e9847f7" /><Relationship Type="http://schemas.openxmlformats.org/officeDocument/2006/relationships/officeDocument" Target="/ppt/presentation.xml" Id="R39e3b3340ee0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95d0990564614"/>
  </p:sldMasterIdLst>
  <p:notesMasterIdLst>
    <p:notesMasterId xmlns:r="http://schemas.openxmlformats.org/officeDocument/2006/relationships" r:id="Re1e406f404bd4337"/>
  </p:notesMasterIdLst>
  <p:sldIdLst>
    <p:sldId xmlns:r="http://schemas.openxmlformats.org/officeDocument/2006/relationships" id="256" r:id="R906466783e8c4a5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62861608-240F-4A75-AA7B-FD57E35ACFE6}">
  <a:tblStyle styleId="{62861608-240F-4A75-AA7B-FD57E35ACF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91ccdffb54f19" /><Relationship Type="http://schemas.openxmlformats.org/officeDocument/2006/relationships/slideMaster" Target="/ppt/slideMasters/slideMaster1.xml" Id="Rd9d95d0990564614" /><Relationship Type="http://schemas.openxmlformats.org/officeDocument/2006/relationships/notesMaster" Target="/ppt/notesMasters/notesMaster1.xml" Id="Re1e406f404bd4337" /><Relationship Type="http://schemas.openxmlformats.org/officeDocument/2006/relationships/presProps" Target="/ppt/presProps.xml" Id="R974629382c9a44f1" /><Relationship Type="http://schemas.openxmlformats.org/officeDocument/2006/relationships/viewProps" Target="/ppt/viewProps.xml" Id="R1a6d7ce80a5f4948" /><Relationship Type="http://schemas.openxmlformats.org/officeDocument/2006/relationships/tableStyles" Target="/ppt/tableStyles.xml" Id="R9ee8f2b01c0c4962" /><Relationship Type="http://schemas.openxmlformats.org/officeDocument/2006/relationships/slide" Target="/ppt/slides/slide1.xml" Id="R906466783e8c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5dd841e8b44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f5663fdb941b7" /><Relationship Type="http://schemas.openxmlformats.org/officeDocument/2006/relationships/notesMaster" Target="/ppt/notesMasters/notesMaster1.xml" Id="R022ccc540969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Plantilla institucional proporcionada por el usuario: Plantilla de Inicio.pptx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Contenido: IPC2 Semana 6, Proyecto 1 Chapin Warriors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c0f18805d4c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0084d251e47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66d4440dc49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c4925bdf44b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66941ebde46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8b1775e654b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f9aa464ba49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0e3cbff2f41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0eb599dee48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5b158df3149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8da9db4994a8d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77A7955-28E0-41AE-9E96-BE5CB6B15F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79E9E897-036A-40C1-883E-204DEC7F8D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08990B9-17F1-4025-95A1-930110124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3B4CB8B4-8CE4-4A8B-ACF5-1C825388D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62CE236-ABE6-4235-8149-1388C803F4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D5365F3-E580-4FEB-AD98-E5D5566D6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9DB94C-9A1D-4632-9351-0D730F88B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20B664C-CFDB-43FF-AE44-1C5F68141B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FCAB27CF-9A90-4F46-80A2-B1E270063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3AE3E076-CB36-4486-B2D8-F1FB0A29B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E29E3F3C-AEB4-4903-867B-7692B835C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9E30896D-0A76-400B-AE90-742C5FBA91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1EF6293-7217-4D72-8F0E-D94761099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539DCDF3-0062-40FF-A5F8-13CC846785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18210C2-DE32-42F4-95E3-18EB9FB0F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01DB5F38-29A2-410C-91F1-94750C413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D2254A2C-AEEF-461B-9300-7D8B76C3DD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36AF78D7-DD24-4DBB-9488-16405FE4C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88CC7049-3B0C-487C-A453-9017D924F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158CE18-8BB9-41B5-87FA-EFC69A2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BB506DF-4A53-4AE6-8712-17FF2847F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6BE81F04-17B4-4A22-A22C-CF6636F70F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DB52E0A-1041-4D34-9AE6-23CD0A65A6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CCDD91E-617D-4D3C-8109-4BC0F1CB5B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96569641-F0EF-4319-B3CB-B74E40C0A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C084BDB-FC36-4B7B-972A-3625132881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8C7718A-EC8B-4408-B088-B99E18187B9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7841078-8EAE-4C69-A17F-E00284D0A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AC446E7-07EC-490B-A59A-1708886995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E2B90E8-06C4-48C7-AAA5-2DEE684243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7c0be4db842c7" /><Relationship Type="http://schemas.openxmlformats.org/officeDocument/2006/relationships/slideLayout" Target="/ppt/slideLayouts/slideLayout1.xml" Id="R230fcdbdc7694598" /><Relationship Type="http://schemas.openxmlformats.org/officeDocument/2006/relationships/slideLayout" Target="/ppt/slideLayouts/slideLayout2.xml" Id="R014d62c256cb402e" /><Relationship Type="http://schemas.openxmlformats.org/officeDocument/2006/relationships/slideLayout" Target="/ppt/slideLayouts/slideLayout3.xml" Id="Rfebdf100bf444383" /><Relationship Type="http://schemas.openxmlformats.org/officeDocument/2006/relationships/slideLayout" Target="/ppt/slideLayouts/slideLayout4.xml" Id="R6674cce388ed4be7" /><Relationship Type="http://schemas.openxmlformats.org/officeDocument/2006/relationships/slideLayout" Target="/ppt/slideLayouts/slideLayout5.xml" Id="R4038d130594243e3" /><Relationship Type="http://schemas.openxmlformats.org/officeDocument/2006/relationships/slideLayout" Target="/ppt/slideLayouts/slideLayout6.xml" Id="R93a1c8e013ee411a" /><Relationship Type="http://schemas.openxmlformats.org/officeDocument/2006/relationships/slideLayout" Target="/ppt/slideLayouts/slideLayout7.xml" Id="R47f8a206a4634cbe" /><Relationship Type="http://schemas.openxmlformats.org/officeDocument/2006/relationships/slideLayout" Target="/ppt/slideLayouts/slideLayout8.xml" Id="Re6249110685f420b" /><Relationship Type="http://schemas.openxmlformats.org/officeDocument/2006/relationships/slideLayout" Target="/ppt/slideLayouts/slideLayout9.xml" Id="Rdeee2faa7efe4e2e" /><Relationship Type="http://schemas.openxmlformats.org/officeDocument/2006/relationships/slideLayout" Target="/ppt/slideLayouts/slideLayout10.xml" Id="R602ebaa7e1584282" /><Relationship Type="http://schemas.openxmlformats.org/officeDocument/2006/relationships/slideLayout" Target="/ppt/slideLayouts/slideLayout11.xml" Id="R02ab402f16bb433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A8285AC-B010-4E6C-BA0D-80475FC24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8FA363-7FAE-4626-BC01-FCBFEF2081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C9B9BC2A-BBB9-4984-AC7E-50915F3D3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0fcdbdc7694598"/>
    <p:sldLayoutId xmlns:r="http://schemas.openxmlformats.org/officeDocument/2006/relationships" id="2147483650" r:id="R014d62c256cb402e"/>
    <p:sldLayoutId xmlns:r="http://schemas.openxmlformats.org/officeDocument/2006/relationships" id="2147483651" r:id="Rfebdf100bf444383"/>
    <p:sldLayoutId xmlns:r="http://schemas.openxmlformats.org/officeDocument/2006/relationships" id="2147483652" r:id="R6674cce388ed4be7"/>
    <p:sldLayoutId xmlns:r="http://schemas.openxmlformats.org/officeDocument/2006/relationships" id="2147483653" r:id="R4038d130594243e3"/>
    <p:sldLayoutId xmlns:r="http://schemas.openxmlformats.org/officeDocument/2006/relationships" id="2147483654" r:id="R93a1c8e013ee411a"/>
    <p:sldLayoutId xmlns:r="http://schemas.openxmlformats.org/officeDocument/2006/relationships" id="2147483655" r:id="R47f8a206a4634cbe"/>
    <p:sldLayoutId xmlns:r="http://schemas.openxmlformats.org/officeDocument/2006/relationships" id="2147483656" r:id="Re6249110685f420b"/>
    <p:sldLayoutId xmlns:r="http://schemas.openxmlformats.org/officeDocument/2006/relationships" id="2147483657" r:id="Rdeee2faa7efe4e2e"/>
    <p:sldLayoutId xmlns:r="http://schemas.openxmlformats.org/officeDocument/2006/relationships" id="2147483658" r:id="R602ebaa7e1584282"/>
    <p:sldLayoutId xmlns:r="http://schemas.openxmlformats.org/officeDocument/2006/relationships" id="2147483659" r:id="R02ab402f16bb433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3871234e5f480b" /><Relationship Type="http://schemas.openxmlformats.org/officeDocument/2006/relationships/image" Target="/ppt/media/image.png" Id="Rec3a1c86802d4d4d" /><Relationship Type="http://schemas.openxmlformats.org/officeDocument/2006/relationships/notesSlide" Target="/ppt/notesSlides/notesSlide1.xml" Id="Rcea9c9f6dcd547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5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a1c86802d4d4d">
            <a:alphaModFix amt="6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1" y="0"/>
            <a:ext cx="9127099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61" name="Google Shape;55;p13"/>
          <p:cNvGraphicFramePr/>
          <p:nvPr/>
        </p:nvGraphicFramePr>
        <p:xfrm>
          <a:off xmlns:a="http://schemas.openxmlformats.org/drawingml/2006/main" x="5328200" y="97002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{62861608-240F-4A75-AA7B-FD57E35ACFE6}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2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Semana 6 · 2S 2026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631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2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Según horario del curso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AE011728-679E-4E60-8589-87F64D2F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75" y="2258300"/>
            <a:ext cx="6792000" cy="94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/>
              <a:t>Introducción a la Programación
y Computación 2</a:t>
            </a:r>
            <a:endParaRPr sz="2500"/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AA6E3AA5-CE48-4AF0-97FF-6898AB4F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700" y="2900750"/>
            <a:ext cx="55866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Proyecto 1: Chapin Warriors · Jorge Mejía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13251043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2026-08-18T20:43:26.0010000Z</dcterms:created>
  <dcterms:modified xsi:type="dcterms:W3CDTF">2026-08-18T20:43:26.0010000Z</dcterms:modified>
</coreProperties>
</file>